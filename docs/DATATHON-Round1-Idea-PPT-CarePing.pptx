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1316397" cy="1051560"/>
          </a:xfrm>
          <a:prstGeom prst="rect">
            <a:avLst/>
          </a:prstGeom>
        </p:spPr>
      </p:pic>
      <p:pic>
        <p:nvPicPr>
          <p:cNvPr id="3" name="Picture 2" descr="logo-vita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5760"/>
            <a:ext cx="2497824" cy="77724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57200"/>
            <a:ext cx="1811915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5977" y="3520441"/>
            <a:ext cx="7772400" cy="28725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Team Name: </a:t>
            </a:r>
            <a:r>
              <a:rPr sz="2000" b="1" dirty="0">
                <a:solidFill>
                  <a:srgbClr val="0D9488"/>
                </a:solidFill>
                <a:latin typeface="Arial"/>
              </a:rPr>
              <a:t>AAdharsha </a:t>
            </a:r>
            <a:r>
              <a:rPr sz="2000" b="1" dirty="0" err="1">
                <a:solidFill>
                  <a:srgbClr val="0D9488"/>
                </a:solidFill>
                <a:latin typeface="Arial"/>
              </a:rPr>
              <a:t>Kutumbam</a:t>
            </a:r>
            <a:endParaRPr sz="2000" b="1" dirty="0">
              <a:solidFill>
                <a:srgbClr val="0D9488"/>
              </a:solidFill>
              <a:latin typeface="Arial"/>
            </a:endParaRP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Team Members: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Naga Adithya V (23BCE9062), Harsha Vardhan </a:t>
            </a:r>
            <a:r>
              <a:rPr sz="2000" b="0" dirty="0" err="1">
                <a:solidFill>
                  <a:srgbClr val="475569"/>
                </a:solidFill>
                <a:latin typeface="Arial"/>
              </a:rPr>
              <a:t>Vurtha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 (23BCE9129)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Track Chosen: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Track 1 — Health: The Forgotten Patient</a:t>
            </a:r>
            <a:endParaRPr lang="en-US" sz="2000" b="0" dirty="0">
              <a:solidFill>
                <a:srgbClr val="475569"/>
              </a:solidFill>
              <a:latin typeface="Arial"/>
            </a:endParaRPr>
          </a:p>
          <a:p>
            <a:pPr marL="365760" indent="-365760" algn="ctr">
              <a:spcAft>
                <a:spcPts val="800"/>
              </a:spcAft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Problem Statement Title: </a:t>
            </a:r>
            <a:br>
              <a:rPr lang="en-US" sz="2000" b="1" dirty="0">
                <a:solidFill>
                  <a:srgbClr val="0F172A"/>
                </a:solidFill>
                <a:latin typeface="Arial"/>
              </a:rPr>
            </a:br>
            <a:r>
              <a:rPr lang="en-US" sz="2000" b="0" dirty="0">
                <a:solidFill>
                  <a:srgbClr val="475569"/>
                </a:solidFill>
                <a:latin typeface="Arial"/>
              </a:rPr>
              <a:t>Health — The Forgotten Patient 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Fixing</a:t>
            </a:r>
            <a:r>
              <a:rPr lang="en-US" sz="2000" b="1" dirty="0">
                <a:solidFill>
                  <a:srgbClr val="475569"/>
                </a:solidFill>
                <a:latin typeface="Arial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hospital queue starvation and patient walkouts.</a:t>
            </a:r>
            <a:endParaRPr lang="en-US" sz="2000" b="1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Product Name: </a:t>
            </a:r>
            <a:r>
              <a:rPr sz="2000" b="1" dirty="0" err="1">
                <a:solidFill>
                  <a:srgbClr val="0D9488"/>
                </a:solidFill>
                <a:latin typeface="Arial"/>
              </a:rPr>
              <a:t>CarePing</a:t>
            </a:r>
            <a:r>
              <a:rPr sz="2000" b="1" dirty="0">
                <a:solidFill>
                  <a:srgbClr val="0D9488"/>
                </a:solidFill>
                <a:latin typeface="Arial"/>
              </a:rPr>
              <a:t>  (Never Lose a Patient in Line)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 dirty="0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3855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Who is the user &amp; their real struggle: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Frontline hospital staff and reception nurses lack live visibility into how long non-emergency patients have been sitting in waiting rooms. When high-acuity cases keep jumping the line, low-triage patients feel abandoned and walk out without care.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Why this matters right now: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When sick people leave without being seen, their health worsens at home, emergency departments face medical liability, and hospital beds sit empty while waiting for delayed discharge handoffs.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What the data proved: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242 patients walked out before receiving care (3.03% overall, peaking at 4.77% in Outpatient). Alarmingly, 39 of these walkouts were high-acuity emergency cases, and low-triage patients waited an average of 71.7 minutes (up to 2.5 hours in Pediatrics and Lab).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b="1">
                <a:solidFill>
                  <a:srgbClr val="0F172A"/>
                </a:solidFill>
                <a:latin typeface="Arial"/>
              </a:rPr>
              <a:t>CarePing Smart Queue Assistant: </a:t>
            </a:r>
            <a:r>
              <a:rPr b="0">
                <a:solidFill>
                  <a:srgbClr val="475569"/>
                </a:solidFill>
                <a:latin typeface="Arial"/>
              </a:rPr>
              <a:t>A clean, lightweight web board that tracks waiting time in real time and automatically alerts nurses when any low-triage patient reaches 45 minutes in line, triggering a quick comfort check-in before they walk out.</a:t>
            </a:r>
          </a:p>
          <a:p>
            <a:pPr marL="320040" indent="-320040" algn="l">
              <a:buFont typeface="Arial"/>
              <a:buChar char="•"/>
            </a:pPr>
            <a:r>
              <a:rPr b="1">
                <a:solidFill>
                  <a:srgbClr val="0F172A"/>
                </a:solidFill>
                <a:latin typeface="Arial"/>
              </a:rPr>
              <a:t>Closing the Care Loop: </a:t>
            </a:r>
            <a:r>
              <a:rPr b="0">
                <a:solidFill>
                  <a:srgbClr val="475569"/>
                </a:solidFill>
                <a:latin typeface="Arial"/>
              </a:rPr>
              <a:t>Directs medically cleared patients straight to a simple discharge lounge, cutting the 52.2-minute post-service exit delay and freeing up beds ~35% sooner.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1335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b="1">
                <a:solidFill>
                  <a:srgbClr val="0F172A"/>
                </a:solidFill>
                <a:latin typeface="Arial"/>
              </a:rPr>
              <a:t>Proactive Retention over Passive Triage: </a:t>
            </a:r>
            <a:r>
              <a:rPr b="0">
                <a:solidFill>
                  <a:srgbClr val="475569"/>
                </a:solidFill>
                <a:latin typeface="Arial"/>
              </a:rPr>
              <a:t>Most hospital systems only count queue size. CarePing treats waiting as a ticking clock and actively predicts patient walkout risk before it happens.</a:t>
            </a:r>
          </a:p>
          <a:p>
            <a:pPr marL="320040" indent="-320040" algn="l">
              <a:buFont typeface="Arial"/>
              <a:buChar char="•"/>
            </a:pPr>
            <a:r>
              <a:rPr b="1">
                <a:solidFill>
                  <a:srgbClr val="0F172A"/>
                </a:solidFill>
                <a:latin typeface="Arial"/>
              </a:rPr>
              <a:t>Zero Equipment &amp; Zero Hiring Cost: </a:t>
            </a:r>
            <a:r>
              <a:rPr b="0">
                <a:solidFill>
                  <a:srgbClr val="475569"/>
                </a:solidFill>
                <a:latin typeface="Arial"/>
              </a:rPr>
              <a:t>Instead of demanding new doctors or expensive hardware, CarePing optimizes queue pacing and separates urgent diagnostic orders, recovering thousands of hours of hospital capacity through smarter workflow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3855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Relational Data Mapping: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Linked 15,012 total records across 4 relational tables: patients (2,000) joined to encounters (8,000) via </a:t>
            </a:r>
            <a:r>
              <a:rPr sz="2000" b="0" dirty="0" err="1">
                <a:solidFill>
                  <a:srgbClr val="475569"/>
                </a:solidFill>
                <a:latin typeface="Arial"/>
              </a:rPr>
              <a:t>patient_id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; departments (12) via </a:t>
            </a:r>
            <a:r>
              <a:rPr sz="2000" b="0" dirty="0" err="1">
                <a:solidFill>
                  <a:srgbClr val="475569"/>
                </a:solidFill>
                <a:latin typeface="Arial"/>
              </a:rPr>
              <a:t>department_id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; and diagnostic tests (5,000) via </a:t>
            </a:r>
            <a:r>
              <a:rPr sz="2000" b="0" dirty="0" err="1">
                <a:solidFill>
                  <a:srgbClr val="475569"/>
                </a:solidFill>
                <a:latin typeface="Arial"/>
              </a:rPr>
              <a:t>encounter_id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Data Cleaning &amp; Forensic Catches: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Caught the 'None' chronic condition trap (747 healthy patients were parsed as </a:t>
            </a:r>
            <a:r>
              <a:rPr sz="2000" b="0" dirty="0" err="1">
                <a:solidFill>
                  <a:srgbClr val="475569"/>
                </a:solidFill>
                <a:latin typeface="Arial"/>
              </a:rPr>
              <a:t>NaN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 missing values by standard readers; actual null rate is 0%). Flagged that 99.96% of diagnostic tests occurred outside encounter windows and all walkouts still logged treatment durations.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Core Operational Takeaways: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ANOVA shows Triage explains 46.8% of wait variance and Department bottlenecks add 5.6%, while patient demographics (age, sex, insurance) show zero statistical bias. Furthermore, patients wait 52.2 minutes after treatment just for discharge—longer than their clinical care time (47.7 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In-House Statistical Engine (No Black-Box APIs):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Built 100% from scratch using Python, NumPy, and SciPy—combining ANOVA variance decomposition (Eta-Squared) with an Ordinary Least Squares (OLS) multivariate estimator. Zero external API keys or recurring costs.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Features, Targets &amp; Performance: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Predicts individual wait time and walkout likelihood using triage tier, department capacity, bed ratios, arrival hour, and visit type. Achieved R² = 0.519 (51.9% variance explained) with Mean Absolute Error of 13.87 min, outperforming hospital baseline by 44%.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How the Output Powers </a:t>
            </a:r>
            <a:r>
              <a:rPr sz="2000" b="1" dirty="0" err="1">
                <a:solidFill>
                  <a:srgbClr val="0F172A"/>
                </a:solidFill>
                <a:latin typeface="Arial"/>
              </a:rPr>
              <a:t>CarePing</a:t>
            </a:r>
            <a:r>
              <a:rPr sz="2000" b="1" dirty="0">
                <a:solidFill>
                  <a:srgbClr val="0F172A"/>
                </a:solidFill>
                <a:latin typeface="Arial"/>
              </a:rPr>
              <a:t>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The model powers a real-time countdown badge on every patient card, flagging individuals who are within 15 minutes of their statistical walkout threshold so staff can intervene proactively.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Working Prototype (Round 1): </a:t>
            </a:r>
            <a:r>
              <a:rPr sz="1700" b="0" dirty="0">
                <a:solidFill>
                  <a:srgbClr val="475569"/>
                </a:solidFill>
                <a:latin typeface="Arial"/>
              </a:rPr>
              <a:t>Shipped a fully functional, offline single-file interactive web dashboard (forgotten_patient_dashboard.html) featuring live KPI scorecards, interactive department bottleneck charts, a searchable cohort explorer across all 242 walkout visits, and an operational simulator.</a:t>
            </a:r>
          </a:p>
          <a:p>
            <a:pPr marL="320040" indent="-320040" algn="l">
              <a:buFont typeface="Arial"/>
              <a:buChar char="•"/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Analytical Evidence &amp; Report: </a:t>
            </a:r>
            <a:r>
              <a:rPr sz="1700" b="0" dirty="0">
                <a:solidFill>
                  <a:srgbClr val="475569"/>
                </a:solidFill>
                <a:latin typeface="Arial"/>
              </a:rPr>
              <a:t>Backed by our reproducible Python analytical pipeline (forgotten_patient_analysis.py) and a publication-grade 7-page technical report with full statistical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MVP for Round 2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106424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Must-Have Features for Round 2: </a:t>
            </a:r>
            <a:r>
              <a:rPr sz="1700" b="0" dirty="0">
                <a:solidFill>
                  <a:srgbClr val="475569"/>
                </a:solidFill>
                <a:latin typeface="Arial"/>
              </a:rPr>
              <a:t>Nurse tablet view with live color-coded status cards (Green / Amber / Red) and automated SMS/WhatsApp queue pings keeping waiting patients informed of their expected doctor time.</a:t>
            </a:r>
          </a:p>
          <a:p>
            <a:pPr marL="320040" indent="-320040" algn="l">
              <a:buFont typeface="Arial"/>
              <a:buChar char="•"/>
            </a:pPr>
            <a:r>
              <a:rPr sz="1700" b="1" dirty="0">
                <a:solidFill>
                  <a:srgbClr val="0F172A"/>
                </a:solidFill>
                <a:latin typeface="Arial"/>
              </a:rPr>
              <a:t>Demo Workflow (Input → Output → Action): </a:t>
            </a:r>
            <a:r>
              <a:rPr sz="1700" b="0" dirty="0">
                <a:solidFill>
                  <a:srgbClr val="475569"/>
                </a:solidFill>
                <a:latin typeface="Arial"/>
              </a:rPr>
              <a:t>1. Patient checks in at reception → 2. </a:t>
            </a:r>
            <a:r>
              <a:rPr sz="1700" b="0" dirty="0" err="1">
                <a:solidFill>
                  <a:srgbClr val="475569"/>
                </a:solidFill>
                <a:latin typeface="Arial"/>
              </a:rPr>
              <a:t>CarePing</a:t>
            </a:r>
            <a:r>
              <a:rPr sz="1700" b="0" dirty="0">
                <a:solidFill>
                  <a:srgbClr val="475569"/>
                </a:solidFill>
                <a:latin typeface="Arial"/>
              </a:rPr>
              <a:t> estimates wait time &amp; walkout risk → 3. Live countdown updates on board → 4. Ping alerts staff at 45 min for quick comfort check-in → 5. Post-care patient transitions smoothly to discharge lounge.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 dirty="0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2769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Languages &amp; Frameworks Used: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Data Pipeline &amp; Modeling: Python 3, Pandas, NumPy, SciPy (ANOVA, Chi-Square, OLS regression) &amp; Matplotlib. Frontend Dashboard: HTML5, Tailwind CSS, Chart.js. Packaged entirely as a hermetic offline web app requiring zero backend servers or setup.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End-to-End Pipeline Architecture: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Data Ingestion: Load CSVs preserving explicit string types to prevent null-parsing bugs → Quality Audit: Identify timestamp anomalies, bed bottlenecks, and ghost service records → Statistical Modeling: Decompose variance and estimate wait-time coefficients → Frontend Delivery: Interactive filtering, live charts, and real-time operational simulation sliders.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Feasibility &amp; Risk Mitigation: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Runs directly in any modern browser on existing hospital reception computers with zero infrastructure changes. Staff training requires under 15 minutes because the UI behaves just like a simple airport flight status board.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Quantified Operational Impact: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Simulations project saving ~92 walkout patients annually (a 38% reduction in LWBS) and reclaiming over 3,480 bed-hours each year through discharge lounge expediting—shortening average patient stay from 152 to 99 minutes.</a:t>
            </a:r>
          </a:p>
          <a:p>
            <a:pPr marL="320040" indent="-320040" algn="l">
              <a:buFont typeface="Arial"/>
              <a:buChar char="•"/>
            </a:pPr>
            <a:r>
              <a:rPr sz="2000" b="1" dirty="0">
                <a:solidFill>
                  <a:srgbClr val="0F172A"/>
                </a:solidFill>
                <a:latin typeface="Arial"/>
              </a:rPr>
              <a:t>Immediate Next Steps for Round 2: </a:t>
            </a:r>
            <a:r>
              <a:rPr sz="2000" b="0" dirty="0">
                <a:solidFill>
                  <a:srgbClr val="475569"/>
                </a:solidFill>
                <a:latin typeface="Arial"/>
              </a:rPr>
              <a:t>Connect live simulated HL7/FHIR hospital data feeds, test patient SMS alert pings, and validate nurse response times during peak outpatient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1192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Adithya</cp:lastModifiedBy>
  <cp:revision>3</cp:revision>
  <dcterms:created xsi:type="dcterms:W3CDTF">2013-01-27T09:14:16Z</dcterms:created>
  <dcterms:modified xsi:type="dcterms:W3CDTF">2026-10-16T09:31:22Z</dcterms:modified>
  <cp:category/>
</cp:coreProperties>
</file>